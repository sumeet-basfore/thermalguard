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[⏱ 0:00 - 0:08 | TITLE SLIDE]</a:t>
            </a:r>
          </a:p>
          <a:p>
            <a:r>
              <a:t>PRESENTER SPEAKS:</a:t>
            </a:r>
          </a:p>
          <a:p>
            <a:r>
              <a:t>"This is ThermalGuard—an end-to-end industrial thermal intelligence and fire safety system. It isolates electrical micro-hotspots at the edge before insulation breakdown causes catastrophic fire ignition."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[⏱ 0:08 - 0:20 | PROBLEM &amp; SOLUTION]</a:t>
            </a:r>
          </a:p>
          <a:p>
            <a:r>
              <a:t>PRESENTER SPEAKS:</a:t>
            </a:r>
          </a:p>
          <a:p>
            <a:r>
              <a:t>"Industrial fires start quietly. Traditional alarms warn you only AFTER combustion starts. ThermalGuard continuously fuses spatial thermal imaging with real-time load telemetry to auto-trip power interlocks before ignition can occur."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[⏱ 0:20 - 0:38 | ARCHITECTURE &amp; DEMO]</a:t>
            </a:r>
          </a:p>
          <a:p>
            <a:r>
              <a:t>PRESENTER SPEAKS:</a:t>
            </a:r>
          </a:p>
          <a:p>
            <a:r>
              <a:t>"Our system pairs an ESP32 edge microcontroller with a 768-pixel thermal matrix and load sensor. The ESP32 drives local hardware relays directly while serving real-time REST telemetry to our React 19 operations dashboard."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[⏱ 0:38 - 0:50 | CAPABILITIES]</a:t>
            </a:r>
          </a:p>
          <a:p>
            <a:r>
              <a:t>PRESENTER SPEAKS:</a:t>
            </a:r>
          </a:p>
          <a:p>
            <a:r>
              <a:t>"ThermalGuard combines spatial hotspot pinpointing, zero-latency local trip interlocks, an intuitive web interface, and scalable grid topology for plant-wide deployment."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[⏱ 0:50 - 1:00 | CONCLUSION]</a:t>
            </a:r>
          </a:p>
          <a:p>
            <a:r>
              <a:t>PRESENTER SPEAKS:</a:t>
            </a:r>
          </a:p>
          <a:p>
            <a:r>
              <a:t>"To wrap up: ThermalGuard replaces reactive fire alarms with proactive edge intelligence—protecting industrial assets, reducing downtime, and saving lives. Thank you!"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3108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6858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THERMALGUARD</a:t>
            </a:r>
          </a:p>
          <a:p>
            <a:pPr>
              <a:spcBef>
                <a:spcPts val="1000"/>
              </a:spcBef>
              <a:defRPr sz="2200" b="1">
                <a:solidFill>
                  <a:srgbClr val="F97316"/>
                </a:solidFill>
              </a:defRPr>
            </a:pPr>
            <a:r>
              <a:t>Industrial Thermal Intelligence &amp; Fire Safety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Isolating electrical micro-hotspots at the edge before insulation breakdown causes ignition.</a:t>
            </a:r>
          </a:p>
        </p:txBody>
      </p:sp>
      <p:pic>
        <p:nvPicPr>
          <p:cNvPr id="5" name="Picture 4" descr="logo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645920"/>
            <a:ext cx="3017520" cy="16911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120640"/>
            <a:ext cx="3383280" cy="109728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🔥 Spatial Thermal Array</a:t>
            </a:r>
          </a:p>
          <a:p>
            <a:pPr>
              <a:spcBef>
                <a:spcPts val="400"/>
              </a:spcBef>
              <a:defRPr sz="1100">
                <a:solidFill>
                  <a:srgbClr val="06B6D4"/>
                </a:solidFill>
              </a:defRPr>
            </a:pPr>
            <a:r>
              <a:t>768-Pixel MLX90640 Matrix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5120640"/>
            <a:ext cx="3383280" cy="109728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53035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⚡ Zero-Delay Interlock</a:t>
            </a:r>
          </a:p>
          <a:p>
            <a:pPr>
              <a:spcBef>
                <a:spcPts val="400"/>
              </a:spcBef>
              <a:defRPr sz="1100">
                <a:solidFill>
                  <a:srgbClr val="06B6D4"/>
                </a:solidFill>
              </a:defRPr>
            </a:pPr>
            <a:r>
              <a:t>Hardware Relay Trip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5120640"/>
            <a:ext cx="3383280" cy="109728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53035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💻 Operations Console</a:t>
            </a:r>
          </a:p>
          <a:p>
            <a:pPr>
              <a:spcBef>
                <a:spcPts val="400"/>
              </a:spcBef>
              <a:defRPr sz="1100">
                <a:solidFill>
                  <a:srgbClr val="06B6D4"/>
                </a:solidFill>
              </a:defRPr>
            </a:pPr>
            <a:r>
              <a:t>React 19 + REST Telemetry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THE CHALLENGE &amp;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ThermalGuard?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3566160"/>
          </a:xfrm>
          <a:prstGeom prst="roundRect">
            <a:avLst/>
          </a:prstGeom>
          <a:solidFill>
            <a:srgbClr val="261419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❌ The Problem: Reactive Safety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Traditional smoke/flame alarms activate ONLY AFTER combustion begins.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Electrical micro-hotspots build up silently inside switchgear &amp; transformers.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Overheating degrades wire insulation, causing arc flashes, fires &amp; costly outages.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3566160"/>
          </a:xfrm>
          <a:prstGeom prst="roundRect">
            <a:avLst/>
          </a:prstGeom>
          <a:solidFill>
            <a:srgbClr val="1025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✅ The Solution: Proactive Thermal Intelligence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Continuous spatial thermal array monitoring (768 infrared pixels).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Multi-sensor fusion combining IR thermal canvas, line current &amp; climate.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• Autonomous hardware trip interlock cuts power before ignition occurs.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57800"/>
            <a:ext cx="3383280" cy="105156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3949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</a:defRPr>
            </a:pPr>
            <a:r>
              <a:t>768-Pixel Grid</a:t>
            </a:r>
          </a:p>
          <a:p>
            <a:pPr algn="ctr"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MLX90640 Thermal Matrix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5257800"/>
            <a:ext cx="3383280" cy="105156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53949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</a:defRPr>
            </a:pPr>
            <a:r>
              <a:t>&lt; 1s Interlock</a:t>
            </a:r>
          </a:p>
          <a:p>
            <a:pPr algn="ctr"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Instant Relay Trip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5257800"/>
            <a:ext cx="3383280" cy="105156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53949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</a:defRPr>
            </a:pPr>
            <a:r>
              <a:t>100% Edge Autonomous</a:t>
            </a:r>
          </a:p>
          <a:p>
            <a:pPr algn="ctr"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Zero-Cloud Trip Reliance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Hardware Edge Node &amp; Web Operations Console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237744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97316"/>
                </a:solidFill>
              </a:defRPr>
            </a:pPr>
            <a:r>
              <a:t>🔌 Edge Hardware Node (ESP32)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• ESP32 Dual-Core MCU (240MHz) with REST API Server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• MLX90640 32x24 Spatial Thermal Camera (I2C 400kHz)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• ACS712 Line Current Telemetry + DHT11 Climate Sensor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• Hardwired Safety Relay Interlock (GPIO 18) &amp; Buzzer Alarm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029200" cy="228600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💻 Operations Console (React 19)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• Modern React 19 + Vite + Framer Motion UI Design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• Spatial Heatmap rendering &amp; real-time load curves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• Fault-tolerant Telemetry Polling &amp; Live/Demo Mode Switcher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• Fullscreen Presentation Mode (Hotkey 'F') for visual demos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463040"/>
            <a:ext cx="5394960" cy="484632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00200"/>
            <a:ext cx="5120640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End-to-End Safety &amp;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97316"/>
                </a:solidFill>
              </a:defRPr>
            </a:pPr>
            <a:r>
              <a:t>🔥 Spatial Hotspot Isolation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32x24 IR array canvas pinpoints hot spots with micro-degree precision, mapping thermal gradients across high-voltage gear.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120640" cy="219456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⚡ Autonomous Relay Trip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Zero-cloud reliance. The ESP32 edge logic trips the hardware power relay in milliseconds upon threshold breach.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97316"/>
                </a:solidFill>
              </a:defRPr>
            </a:pPr>
            <a:r>
              <a:t>📊 Operations Web Console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React 19 dashboard featuring real-time heatmaps, environmental charts, current load telemetry, and hardware controls.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19456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🏭 Modular Grid Scalability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REST JSON API architecture ready for multi-substation monitoring, MQTT streaming, and predictive TinyML forecasting.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SUMMARY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ThermalGuard: Proactive Thermal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356616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00200"/>
            <a:ext cx="9966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Proactive Fire Safety for Industrial Infrastructure</a:t>
            </a:r>
          </a:p>
          <a:p>
            <a:pPr>
              <a:spcBef>
                <a:spcPts val="800"/>
              </a:spcBef>
              <a:defRPr sz="1350" b="1">
                <a:solidFill>
                  <a:srgbClr val="06B6D4"/>
                </a:solidFill>
              </a:defRPr>
            </a:pPr>
            <a:r>
              <a:t>• Proactive Prevention: </a:t>
            </a:r>
            <a:r>
              <a:rPr b="0">
                <a:solidFill>
                  <a:srgbClr val="FFFFFF"/>
                </a:solidFill>
              </a:rPr>
              <a:t>Detects micro-hotspots BEFORE smoke or ignition occurs, safeguarding equipment &amp; uptime.</a:t>
            </a:r>
          </a:p>
          <a:p>
            <a:pPr>
              <a:spcBef>
                <a:spcPts val="800"/>
              </a:spcBef>
              <a:defRPr sz="1350" b="1">
                <a:solidFill>
                  <a:srgbClr val="06B6D4"/>
                </a:solidFill>
              </a:defRPr>
            </a:pPr>
            <a:r>
              <a:t>• Edge Reliability: </a:t>
            </a:r>
            <a:r>
              <a:rPr b="0">
                <a:solidFill>
                  <a:srgbClr val="FFFFFF"/>
                </a:solidFill>
              </a:rPr>
              <a:t>Autonomous ESP32 interlock guarantees emergency power trips even during network disconnects.</a:t>
            </a:r>
          </a:p>
          <a:p>
            <a:pPr>
              <a:spcBef>
                <a:spcPts val="800"/>
              </a:spcBef>
              <a:defRPr sz="1350" b="1">
                <a:solidFill>
                  <a:srgbClr val="06B6D4"/>
                </a:solidFill>
              </a:defRPr>
            </a:pPr>
            <a:r>
              <a:t>• Turnkey Visibility: </a:t>
            </a:r>
            <a:r>
              <a:rPr b="0">
                <a:solidFill>
                  <a:srgbClr val="FFFFFF"/>
                </a:solidFill>
              </a:rPr>
              <a:t>React 19 operations console provides plant operators with real-time thermal &amp; load intelligence.</a:t>
            </a:r>
          </a:p>
          <a:p>
            <a:pPr>
              <a:spcBef>
                <a:spcPts val="800"/>
              </a:spcBef>
              <a:defRPr sz="1350" b="1">
                <a:solidFill>
                  <a:srgbClr val="06B6D4"/>
                </a:solidFill>
              </a:defRPr>
            </a:pPr>
            <a:r>
              <a:t>• Grid Infrastructure Ready: </a:t>
            </a:r>
            <a:r>
              <a:rPr b="0">
                <a:solidFill>
                  <a:srgbClr val="FFFFFF"/>
                </a:solidFill>
              </a:rPr>
              <a:t>Modular architecture structured for substation expansion, cloud sync &amp; predictive ML.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728655" cy="109728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492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</a:defRPr>
            </a:pPr>
            <a:r>
              <a:t>Prevent Catastrophic Electrical Fires with ThermalGuard</a:t>
            </a:r>
          </a:p>
          <a:p>
            <a:pPr algn="ctr"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Repository: ThermalGuard | ESP32 Edge Node + React 19 Operations Web Console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